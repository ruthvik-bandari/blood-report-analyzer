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58841d4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58841d4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58841d41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58841d41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58841d41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58841d41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58841d41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58841d41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29" r="19" t="0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ayout: Title + 5 horizontal flow steps&#10;Background: Same dark navy&#10;Title: How Report.AI Works — white, bold, 40pt&#10;Subtitle: A 5-stage pipeline powered by Subconscious TIM Agent — one API call, full autonomy. — muted grey, 16pt&#10;Body: 5 boxes in a horizontal row connected by arrows →&#10;&#10;📄 Upload → User uploads blood report PDF&#10;🔍 Extract → TIM Agent reads and identifies Biomarker, Value, Unit, Reference Range&#10;📊 Classify → Each value scored Normal / Low / High / Critical&#10;💡 Recommend → Agent retrieves dietary &amp; lifestyle actions from knowledge base&#10;🖥️ Dashboard → Color-coded results displayed instantly&#10;&#10;Box style: Dark cards, thin colored border, red → purple gradient on arrows&#10;Footer: REPORT.AI · Subconscious Hackathon 2026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ayout: Title + Two columns (Old way left, Report.AI way right)&#10;Background: Same dark navy&#10;Title: Why We Built on Subconscious — white, bold, 40pt&#10;Subtitle: Traditional pipelines vs. one agentic API call. — muted grey, 16pt&#10;Left column header: ❌ Traditional Approach — red, bold, 18pt&#10;Left column bullets in muted red/grey text:&#10;&#10;Complex multi-agent orchestration&#10;Manual context window management&#10;Separate tools stitched together with glue code&#10;Brittle, hard to scale&#10;Multiple API calls per task&#10;&#10;Right column header: ✅ Report.AI with Subconscious — green, bold, 18pt&#10;Right column bullets in white/green text:&#10;&#10;Single API call to TIM Agent handles everything&#10;Automatic long-context &amp; memory management&#10;Built-in web search tool for up-to-date reference ranges&#10;Structured JSON output via answerFormat&#10;Production-ready in hours, not weeks&#10;&#10;Center divider: Thin vertical line between the two columns&#10;Footer: REPORT.AI · Subconscious Hackathon 2026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 rotWithShape="1">
          <a:blip r:embed="rId3">
            <a:alphaModFix/>
          </a:blip>
          <a:srcRect b="0" l="29" r="19" t="0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